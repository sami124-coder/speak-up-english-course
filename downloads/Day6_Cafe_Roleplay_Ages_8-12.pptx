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Say: Today we are in a café. We will order food and drinks politely, ask prices, and use role-play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repeat the mission. Gesture: cup for drink, eating for food, money for price, and smile for polite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quick. Say: We will listen, practice menu words, ask prices, role-play, and finish with a small café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picture. Model with one student. Students stand and ask two friends. Accept one item first, then push for please.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2 or 3 students as a model, then students ask partners. Collect favorite foods and drinks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 feeling first. Then they order one item. Encourage shy students to use a soft but clear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each café word with a gesture. Drink = sip, sandwich = two hands, money = pay, please = smile and open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reads sentences in random order. Students point or do the action. Round 2 is faster. Round 3: a student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call and response. Teach stress: I’d LIKE a SANDWICH, PLEASE. HOW MUCH is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 food/drink and a price to build the sentence. Stronger students add: How much is it? It is three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1. Read twice. First time: students only listen. Second time: students raise their hand when they hear the key phrases.
Server: Hello. What would you like?
Maya: I’d like orange juice, please.
Server: Anything else?
Maya: A sandwich, please.
Server: That is five dollars.
Maya: Here you are. Thank you.
Server: You’re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with fingers. Then say full answers: Maya orders orange juice and a sandwich. It is five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pair café cards. Student A orders an item. Student B asks price. Student A answers. Then switch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with one confident student. Then students repeat line by line. Finally pairs act it with different feelings: hungry, thirsty, happy, shy.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each pair one role-play. Give 3 minutes to prepare and 5-7 minutes for quick performances. Praise polite words and clear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four picture cards in the classroom corners. Students move to a corner and tell one friend one café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ask four friends and record short answers. For low-level students, allow drawing in the table. Strong students write full order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2. Read twice. First listen: students only listen. Second listen: students fill the table.
Server: Hello, Lily. What would you like?
Lily: I’d like cake, please. How much is it?
Server: It is three dollars.
Ben: I’d like a sandwich and water, please.
Server: That is four dollars.
Sara: I’d like juice, please. It is two dollars?
Server: Yes, two dollars.
Answers: Lily - cake/three dollars. Ben - sandwich + water/four dollars. Sara - juice/two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 as a speaking prompt. Students choose one person and make a sentence. Encourage them to point and use would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2-4 teams. Keep it light and positive. Do not overcorrect. Award bonus points for students who help shy classmates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speaking task. Let students present in pairs or small groups if whole-class speaking is stressful.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repeat the class chant. Ask students to show thumbs up if they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self-assess. Ask students to choose one café sentence they can say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must say one café line before leaving. Keep it positive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teacher-only slide. Identify who can order, who can ask price, and who needs more listening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Use for pair role-plays, memory games, and café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Students match a server card with a customer response card to make a full dialogue.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Give each pair four cards. Students ask and answer, then swap cards with another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optional homework. Students ask a family member or friend three questions and bring one answer. Keep homework oral, not writing-heavy.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warm_cartoon_illustration_style_classro_batch_4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85800"/>
            <a:ext cx="6583680" cy="5212080"/>
          </a:xfrm>
          <a:prstGeom prst="roundRect">
            <a:avLst>
              <a:gd name="adj" fmla="val 210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41248" y="1024128"/>
            <a:ext cx="2057400" cy="411480"/>
          </a:xfrm>
          <a:prstGeom prst="roundRect">
            <a:avLst>
              <a:gd name="adj" fmla="val 15556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" y="114300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6 · 90 MINUTES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1248" y="17739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D42"/>
                </a:solidFill>
              </a:rPr>
              <a:t>Café Role-play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41248" y="2606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F8B"/>
                </a:solidFill>
              </a:rPr>
              <a:t>Order food and drink politely.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2926080"/>
            <a:ext cx="4846320" cy="0"/>
          </a:xfrm>
          <a:prstGeom prst="line">
            <a:avLst/>
          </a:prstGeom>
          <a:noFill/>
          <a:ln w="15240">
            <a:solidFill>
              <a:srgbClr val="83D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4169664"/>
            <a:ext cx="2423160" cy="850392"/>
          </a:xfrm>
          <a:prstGeom prst="roundRect">
            <a:avLst>
              <a:gd name="adj" fmla="val 8602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554480" y="43342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 can order…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554480" y="4645152"/>
            <a:ext cx="1508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“I’d like a juice, please.”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3456432" y="4169664"/>
            <a:ext cx="2423160" cy="850392"/>
          </a:xfrm>
          <a:prstGeom prst="roundRect">
            <a:avLst>
              <a:gd name="adj" fmla="val 8602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169664" y="43342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 can ask…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169664" y="4645152"/>
            <a:ext cx="1508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“How much is it?”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learn to order food and drink politely.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D42"/>
                </a:solidFill>
              </a:rPr>
              <a:t>By the end of class, I can order in a café and answer as a server.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81912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Listen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81912" y="2532888"/>
            <a:ext cx="224028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 can hear café words, prices, and polite requests.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26280" y="20574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39512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Speak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39512" y="2532888"/>
            <a:ext cx="224028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 can say: I’d like a sandwich, please.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183880" y="20574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97112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Connect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97112" y="2532888"/>
            <a:ext cx="224028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 can ask a friend: What would you like?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68680" y="4937760"/>
            <a:ext cx="106070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77285"/>
                </a:solidFill>
              </a:rPr>
              <a:t>Class promise: Use “please” and “thank you.” Speak clearly. Help your partner remember the words.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90-Minute Class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Use this slide to tell students what will happen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Café Warm-up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0–10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quick ordering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6324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Listen &amp; Point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10–25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hear café words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3484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Menu Words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25–40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food + drink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Price Practice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1228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40–55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how much is it?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8388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Role-play Café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55–75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customer + server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5840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6132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Show &amp; Reflect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56132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75–90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mini performance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5120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F8B"/>
                </a:solidFill>
              </a:rPr>
              <a:t>Teacher tip: Students should say “I’d like…” and “please” many times today.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Café Warm-up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Start speaking in the first 5 minutes.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pic>
        <p:nvPicPr>
          <p:cNvPr id="7" name="Image 0" descr="/mnt/data/a_bright_cute_cartoon_illustration_style_cafe_in_batch_3.png">    </p:cNvPr>
          <p:cNvPicPr>
            <a:picLocks noChangeAspect="1"/>
          </p:cNvPicPr>
          <p:nvPr/>
        </p:nvPicPr>
        <p:blipFill>
          <a:blip r:embed="rId1"/>
          <a:srcRect l="16801" r="16801" t="0" b="0"/>
          <a:stretch/>
        </p:blipFill>
        <p:spPr>
          <a:xfrm>
            <a:off x="731520" y="1417320"/>
            <a:ext cx="4800600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41732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554480"/>
            <a:ext cx="539496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2D42"/>
                </a:solidFill>
              </a:rPr>
              <a:t>Teacher: Welcome! What would you like?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2D42"/>
                </a:solidFill>
              </a:rPr>
              <a:t>Student: I’d like a _____.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2D42"/>
                </a:solidFill>
              </a:rPr>
              <a:t>Teacher: Anything else?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2D42"/>
                </a:solidFill>
              </a:rPr>
              <a:t>Student: A _____, please.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89320" y="33375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702552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Drink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02552" y="3813048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juice · water · tea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732520" y="33375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33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445752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Food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445752" y="3813048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sandwich · cake · pizza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5943600" y="4892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4F8B"/>
                </a:solidFill>
              </a:rPr>
              <a:t>Action: Ask 2 classmates and remember one order.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Wants to Know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Ask slowly. Students can answer with one word or a full sentence.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822960" y="144475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36192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What drink do you like?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36192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 like _____.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59752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What food do you like?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59752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 like _____.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67919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36192" y="28437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Do you like cake?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36192" y="315468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Yes, I do. / No, I don’t.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46520" y="267919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59752" y="28437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Can you ask the price?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59752" y="315468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How much is it?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391363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536192" y="40782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Can you be polite?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36192" y="438912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_____, please. Thank you.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446520" y="391363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59752" y="40782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Can you act as a server?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59752" y="438912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What would you like?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68680" y="55778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77285"/>
                </a:solidFill>
              </a:rPr>
              <a:t>Teacher note: Write one “class café order” on the board.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You Feel in a Café?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choose a feeling before ordering.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happy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80160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I am happy in a café.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44952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7872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hungry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872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I am hungry. I’d like food.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12664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15584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thirsty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15584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I am thirsty. I’d like a drink.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0376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753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83296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shy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83296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I can speak slowly.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848088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351008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excited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351008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Role-play is fun!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5840" y="4754880"/>
            <a:ext cx="101498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83D7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7433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D42"/>
                </a:solidFill>
              </a:rPr>
              <a:t>Speak with your partner: “I am _____. I’d like _____, please.”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Useful Café Words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Use gestures and quick repetition.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1288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coffee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61288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hot drink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11296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14216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juice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14216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cold drink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64224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67144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water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67144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simple drink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17152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4312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🥛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20072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milk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20072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white drink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61288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sandwich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bread food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11296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14216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pizza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014216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triangle food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64224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🍰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67144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cake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67144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sweet food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17152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31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🍪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20072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cookie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720072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small sweet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61288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menu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61288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food list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11296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48456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014216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money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014216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pay for food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64224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01384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867144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receipt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867144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paper after paying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217152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54312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720072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please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720072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polite word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77285"/>
                </a:solidFill>
              </a:rPr>
              <a:t>Mini-drill: Teacher says the word → students point, act, or say the word.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 &amp; 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When you hear the word, point to the picture or do the action.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27632" y="18105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I’d like tea.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27632" y="21214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sip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617720" y="1645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30952" y="18105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I’d like juice.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30952" y="21214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drink gesture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321040" y="1645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034272" y="18105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I’d like a sandwich.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34272" y="21214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two hands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4400" y="32461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27632" y="34107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I’d like cake.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27632" y="37216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eat gesture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617720" y="32461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30952" y="34107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How much is it?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30952" y="37216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show money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321040" y="32461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220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034272" y="34107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Thank you.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034272" y="37216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smile + nod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68680" y="5394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4F8B"/>
                </a:solidFill>
              </a:rPr>
              <a:t>Challenge: Can your team do all six actions without speaking your first language?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Café Phrases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These phrases help students speak longer.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1288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Hello.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61288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start politely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11296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14216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What would you like?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14216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server asks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64224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67144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I’d like _____.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67144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customer orders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17152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4312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20072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_____, please.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20072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be polite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61288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How much is it?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ask price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11296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14216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Here you are.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014216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give food / money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64224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67144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Thank you.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67144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finish politely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17152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312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👋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20072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Goodbye.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720072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close the talk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5257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D42"/>
                </a:solidFill>
              </a:rPr>
              <a:t>Repeat with rhythm: HELLO. I’D LIKE JUICE, PLEASE. HOW MUCH IS IT?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Sentence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practice one useful pattern.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83D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3619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D42"/>
                </a:solidFill>
              </a:rPr>
              <a:t>I’d like + food / drink + please.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tea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2588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order 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9748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juice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order 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water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7492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order 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a sandwich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order 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2104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2396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pizza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2396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order 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19556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69848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cake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69848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order 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2588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$1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32588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price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9748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20040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$2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20040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price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07492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$3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7492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4652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94944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$4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4944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price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32104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82396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$5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82396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price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19556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3272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69848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$6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069848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price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525780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F8B"/>
                </a:solidFill>
              </a:rPr>
              <a:t>Partner practice: Choose 2 items and 2 prices.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1: Maya’s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Teacher reads. Students listen for food, drink, and price.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pic>
        <p:nvPicPr>
          <p:cNvPr id="7" name="Image 0" descr="/mnt/data/a_warm_brightly_lit_cartoon_illustration_scene_in_batch_2.png">    </p:cNvPr>
          <p:cNvPicPr>
            <a:picLocks noChangeAspect="1"/>
          </p:cNvPicPr>
          <p:nvPr/>
        </p:nvPicPr>
        <p:blipFill>
          <a:blip r:embed="rId1"/>
          <a:srcRect l="16912" r="16912" t="0" b="0"/>
          <a:stretch/>
        </p:blipFill>
        <p:spPr>
          <a:xfrm>
            <a:off x="731520" y="1371600"/>
            <a:ext cx="489204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37160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15087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702552" y="167335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I’d like orange juice.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02552" y="198424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Listen and raise your hand.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989320" y="237744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702552" y="254203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A sandwich, please.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702552" y="285292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Listen and raise your hand.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989320" y="324612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702552" y="341071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It is five dollars.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02552" y="372160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Listen and raise your hand.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989320" y="411480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702552" y="427939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Thank you.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702552" y="459028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Listen and raise your hand.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989320" y="5166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7285"/>
                </a:solidFill>
              </a:rPr>
              <a:t>Script is in speaker notes for the teacher.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answer with fingers: 1, 2, or 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27632" y="16733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What drink does Maya order?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27632" y="198424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1 juice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2 milk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3 water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14032" y="16733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What food does Maya order?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14032" y="198424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1 pizza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2 sandwich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3 cake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27632" y="35478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How much is it?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27632" y="385876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1 five dollars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2 two dollars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3 eight dollars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00800" y="33832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14032" y="35478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What polite words do they use?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14032" y="385876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1 please / thank you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2 stop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E2D42"/>
                </a:solidFill>
              </a:rPr>
              <a:t>3 no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68680" y="5486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4F8B"/>
                </a:solidFill>
              </a:rPr>
              <a:t>Fast correction: Say the full answer together.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Speaking Game: Café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build a longer café conversation together.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8191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Pick a card.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58191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juice / cake / sandwich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65760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7083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Say the order.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7083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juice, please.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4652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52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5975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Partner asks price.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5975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How much is it?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23544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23544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660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4867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Give the price.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94867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It is two dollars.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68680" y="5257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F8B"/>
                </a:solidFill>
              </a:rPr>
              <a:t>Use English only. Use gestures if you forget a word!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Dialogue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practice a short, safe conversation.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005840" y="1417320"/>
            <a:ext cx="101498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9050">
            <a:solidFill>
              <a:srgbClr val="83D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737360"/>
            <a:ext cx="9326880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A: Hello. What would you like?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B: I’d like a sandwich, please.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A: Anything to drink?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B: Orange juice, please.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A: That is five dollars.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B: Here you are. Thank you.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56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4F8B"/>
                </a:solidFill>
              </a:rPr>
              <a:t>Practice 3 times: slow voice → normal voice → acting voice.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 Role-play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use café English in real situations.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3352" y="1764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Role-play 1 · Breakfast café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73352" y="207568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Order a drink and a small food.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68312" y="1764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Role-play 2 · Sweet snack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68312" y="207568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Order cake or cookies politely.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60120" y="333756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73352" y="35021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Role-play 3 · Pay the bill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73352" y="381304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Ask the price and pay.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55080" y="333756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😕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68312" y="35021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Role-play 4 · Problem order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68312" y="381304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Say: Sorry. Can I have water?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68680" y="54406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4F8B"/>
                </a:solidFill>
              </a:rPr>
              <a:t>Performance rule: everyone speaks at least one polite line.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Café Corners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move, choose, and speak.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Drinks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1732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I’d like juice, please.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0332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Food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0624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I’d like a sandwich.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Dessert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9516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I’d like cake, please.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8116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8408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Pay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8408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77285"/>
                </a:solidFill>
              </a:rPr>
              <a:t>How much is it?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51663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D42"/>
                </a:solidFill>
              </a:rPr>
              <a:t>Rule: Move to a corner → tell one friend your sentence → change corner.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Mingle Survey: Ask 4 Friends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ask, answer, and remember orders.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201168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922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Name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28346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7922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Food order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182880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17922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Price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589520" y="1645920"/>
            <a:ext cx="28346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672" y="17922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Drink order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0424160" y="1645920"/>
            <a:ext cx="109728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97312" y="17922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Price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21031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2494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926080" y="21031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22494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760720" y="21031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22494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589520" y="21031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22494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424160" y="21031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97312" y="22494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14400" y="25603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27066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2926080" y="25603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27066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760720" y="25603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33872" y="27066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589520" y="25603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27066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10424160" y="25603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97312" y="27066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14400" y="30175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31638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2926080" y="30175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31638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760720" y="30175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31638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7589520" y="30175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62672" y="31638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10424160" y="30175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97312" y="31638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914400" y="34747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36210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2926080" y="34747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99232" y="36210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760720" y="34747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36210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7589520" y="34747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62672" y="36210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10424160" y="34747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97312" y="36210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914400" y="47091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4F8B"/>
                </a:solidFill>
              </a:rPr>
              <a:t>Ask: “What would you like?” → “How much is it?” → Write one short answer.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2: The Busy Café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listen for names, orders, and prices.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051560" y="1645920"/>
            <a:ext cx="210312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7922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Name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154680" y="1645920"/>
            <a:ext cx="301752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7922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Order 1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182880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7922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Price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01000" y="1645920"/>
            <a:ext cx="301752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17922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Order 2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051560" y="2103120"/>
            <a:ext cx="21031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22494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E2D42"/>
                </a:solidFill>
              </a:rPr>
              <a:t>Lily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154680" y="21031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2494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72200" y="21031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22494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001000" y="21031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22494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051560" y="2560320"/>
            <a:ext cx="21031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27066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E2D42"/>
                </a:solidFill>
              </a:rPr>
              <a:t>Ben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154680" y="25603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27066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172200" y="25603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27066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001000" y="25603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27066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1051560" y="3017520"/>
            <a:ext cx="21031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" y="31638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E2D42"/>
                </a:solidFill>
              </a:rPr>
              <a:t>Sara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3154680" y="30175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27832" y="31638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172200" y="30175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31638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001000" y="30175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74152" y="31638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05156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D42"/>
                </a:solidFill>
              </a:rPr>
              <a:t>Share answers with your partner before teacher feedback.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 They Order?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Look at the picture. Choose an item and make a sentence.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80" dirty="0"/>
          </a:p>
        </p:txBody>
      </p:sp>
      <p:pic>
        <p:nvPicPr>
          <p:cNvPr id="7" name="Image 0" descr="/mnt/data/a_bright_cute_cartoon_illustration_of_a_café_or_b_batch_5.png">    </p:cNvPr>
          <p:cNvPicPr>
            <a:picLocks noChangeAspect="1"/>
          </p:cNvPicPr>
          <p:nvPr/>
        </p:nvPicPr>
        <p:blipFill>
          <a:blip r:embed="rId1"/>
          <a:srcRect l="17321" r="17321" t="0" b="0"/>
          <a:stretch/>
        </p:blipFill>
        <p:spPr>
          <a:xfrm>
            <a:off x="731520" y="1325880"/>
            <a:ext cx="493776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325880"/>
            <a:ext cx="4937760" cy="4251960"/>
          </a:xfrm>
          <a:prstGeom prst="roundRect">
            <a:avLst>
              <a:gd name="adj" fmla="val 172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15087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702552" y="167335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She orders tea.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02552" y="198424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Pair talk: “I think she…”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989320" y="237744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🍩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702552" y="254203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She orders a donut.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702552" y="285292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Pair talk: “I think she…”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989320" y="324612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702552" y="341071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She pays five dollars.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02552" y="372160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Pair talk: “I think she…”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989320" y="411480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702552" y="427939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She says thank you.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702552" y="459028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Pair talk: “I think she…”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989320" y="5166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F8B"/>
                </a:solidFill>
              </a:rPr>
              <a:t>Pair talk: “I think he / she would like…”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Challenge: Café Race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A fast review game before the final speaking task.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3352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Round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73352" y="2304288"/>
            <a:ext cx="228600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Teacher shows a card. Team says: I’d like _____.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76672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Round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76672" y="2304288"/>
            <a:ext cx="228600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Teacher says a price. Team asks: How much is it?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366760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792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079992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Round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79992" y="2304288"/>
            <a:ext cx="228600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One student is server. One student is customer.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4F8B"/>
                </a:solidFill>
              </a:rPr>
              <a:t>Scoring: 1 point for clear English · 1 point for polite words · 1 point for teamwork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Presentation: My Café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speak for 20-30 seconds.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097280" y="1417320"/>
            <a:ext cx="66294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7780">
            <a:solidFill>
              <a:srgbClr val="83D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755648"/>
            <a:ext cx="59893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Hello. My name is _____.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I am the customer.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I’d like _____, please.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I’d like _____ to drink.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How much is it?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E2D42"/>
                </a:solidFill>
              </a:rPr>
              <a:t>Thank you.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0" y="132588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435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32520" y="1435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Look 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32520" y="167335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2084832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Speak clearly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32520" y="243230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2843784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953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32520" y="29535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Say please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32520" y="3191256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0" y="3602736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3712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32520" y="3712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Ask price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32520" y="39502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4361688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4471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32520" y="44714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E2D42"/>
                </a:solidFill>
              </a:rPr>
              <a:t>Smile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32520" y="4709160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Speaking Class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Create a safe classroom when sharing café role-plays.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960120" y="1645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3352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Use English first.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73352" y="21214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One word + please is okay.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68312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Help your partner.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68312" y="21214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Point, gesture, or whisper a word.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73352" y="34107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Listen for the order.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73352" y="37216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Hear food, drink, and price.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55080" y="32461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68312" y="34107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Mistakes help us learn.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68312" y="37216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Try again with a smile.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68680" y="5257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4F8B"/>
                </a:solidFill>
              </a:rPr>
              <a:t>Class chant: “Please. Thank you. How much? Smile.”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Speaking Passport: Day 6 Stamp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Self-check at the 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D42"/>
                </a:solidFill>
              </a:rPr>
              <a:t>Today I can…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182880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3352" y="19933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order food or drink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73352" y="230428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juice, please.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68312" y="19933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ask the server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68312" y="230428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What would you like?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60120" y="315468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73352" y="33192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ask the price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73352" y="363016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How much is it?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355080" y="315468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68312" y="33192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use polite words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68312" y="363016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please / thank you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F8B"/>
                </a:solidFill>
              </a:rPr>
              <a:t>Circle one:  🙂 I can do it   😐 I need practice   🙁 I need help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A quick closing café routine.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051560" y="2011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64792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Say one order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64792" y="2487168"/>
            <a:ext cx="22402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“I’d like cake.”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68112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Add please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68112" y="2487168"/>
            <a:ext cx="22402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“I’d like cake, please.”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458200" y="2011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71432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Ask price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71432" y="2487168"/>
            <a:ext cx="22402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“How much is it?”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77285"/>
                </a:solidFill>
              </a:rPr>
              <a:t>Teacher says goodbye using each student’s name when possible.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Quick Assessment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Use this to understand your students after class 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80" dirty="0"/>
          </a:p>
        </p:txBody>
      </p:sp>
      <p:pic>
        <p:nvPicPr>
          <p:cNvPr id="7" name="Image 0" descr="/mnt/data/a_bright_cute_cartoon_cute_vector_illustration_of_batch_1.png">    </p:cNvPr>
          <p:cNvPicPr>
            <a:picLocks noChangeAspect="1"/>
          </p:cNvPicPr>
          <p:nvPr/>
        </p:nvPicPr>
        <p:blipFill>
          <a:blip r:embed="rId1"/>
          <a:srcRect l="20025" r="20025" t="0" b="0"/>
          <a:stretch/>
        </p:blipFill>
        <p:spPr>
          <a:xfrm>
            <a:off x="685800" y="1325880"/>
            <a:ext cx="448056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325880"/>
            <a:ext cx="4480560" cy="4206240"/>
          </a:xfrm>
          <a:prstGeom prst="roundRect">
            <a:avLst>
              <a:gd name="adj" fmla="val 1739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17320"/>
            <a:ext cx="196596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5636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Student name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452360" y="1417320"/>
            <a:ext cx="14630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15636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Can order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915400" y="1417320"/>
            <a:ext cx="14630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88552" y="15636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Can ask price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10378440" y="1417320"/>
            <a:ext cx="14630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51592" y="15636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Support needed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486400" y="18745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9552" y="20208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7452360" y="18745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25512" y="20208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8915400" y="18745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88552" y="20208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10378440" y="18745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51592" y="20208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5486400" y="23317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59552" y="24780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7452360" y="23317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25512" y="24780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8915400" y="23317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88552" y="24780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10378440" y="23317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451592" y="24780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5486400" y="27889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59552" y="29352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7452360" y="27889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25512" y="29352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8915400" y="27889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988552" y="29352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10378440" y="27889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51592" y="29352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1" name="Shape 38"/>
          <p:cNvSpPr/>
          <p:nvPr/>
        </p:nvSpPr>
        <p:spPr>
          <a:xfrm>
            <a:off x="5486400" y="32461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59552" y="33924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7452360" y="32461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25512" y="33924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5" name="Shape 42"/>
          <p:cNvSpPr/>
          <p:nvPr/>
        </p:nvSpPr>
        <p:spPr>
          <a:xfrm>
            <a:off x="8915400" y="32461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88552" y="33924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7" name="Shape 44"/>
          <p:cNvSpPr/>
          <p:nvPr/>
        </p:nvSpPr>
        <p:spPr>
          <a:xfrm>
            <a:off x="10378440" y="32461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451592" y="33924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9" name="Text 46"/>
          <p:cNvSpPr/>
          <p:nvPr/>
        </p:nvSpPr>
        <p:spPr>
          <a:xfrm>
            <a:off x="5486400" y="5212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4F8B"/>
                </a:solidFill>
              </a:rPr>
              <a:t>After class, group students by confidence, polite phrases, and price control.</a:t>
            </a:r>
            <a:endParaRPr lang="en-US" sz="13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Cards: Food &amp; Drink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Print this slide and cut into cards.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4475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tea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4475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tea.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7939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juice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7939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juice.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1403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water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1403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water.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660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🥛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4867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milk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94867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milk.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4475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sandwich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4475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a sandwich.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56616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🍕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27939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pizza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7939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pizza.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🍰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11403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cake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1403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cake.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23544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3660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🍪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94867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cookie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94867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a cookie.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68680" y="559612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77285"/>
                </a:solidFill>
              </a:rPr>
              <a:t>Teacher idea: Give one card to each student. They must add “please.”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Cards: Server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Students pick a card and ask the customer.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4475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Hello.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4475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What would you like?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7939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Menu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7939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Would you like food?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1403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Drink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1403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Anything to drink?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660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4867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Price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94867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How much is it?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4475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Bill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4475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That is ____ dollars.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56616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😊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27939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Give item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7939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Here you are.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11403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Polite close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1403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Thank you.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23544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3660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👋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94867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Goodbye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94867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Have a nice day!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68680" y="559612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77285"/>
                </a:solidFill>
              </a:rPr>
              <a:t>Extension: Students create one new server question card.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Cards: Customer 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Use for interviews, mingle, or small-group speaking.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4475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I’d like _____.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4475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Add please.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7939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Can I have _____?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7939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Food request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1403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Anything to drink?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1403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I’d like _____.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660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4867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How much is it?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94867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Ask price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4475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Here you are.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4475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Give money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56616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😕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27939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Sorry?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7939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Ask again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11403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Thank you.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1403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Polite word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23544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3660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94867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It is delicious.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94867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Bonus sentence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68680" y="559612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77285"/>
                </a:solidFill>
              </a:rPr>
              <a:t>Extension: Students create one new customer line.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7285"/>
                </a:solidFill>
              </a:rPr>
              <a:t>Order politely at home or with a friend.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Role-play · Day 6 · Speaking &amp; Listening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7C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D42"/>
                </a:solidFill>
              </a:rPr>
              <a:t>Use English with family or a friend.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1945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335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Question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73352" y="2670048"/>
            <a:ext cx="228600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What would you like to drink?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7667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Question 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76672" y="2670048"/>
            <a:ext cx="228600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What would you like to eat?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366760" y="21945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67928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7999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E2D42"/>
                </a:solidFill>
              </a:rPr>
              <a:t>Question 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79992" y="2670048"/>
            <a:ext cx="228600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77285"/>
                </a:solidFill>
              </a:rPr>
              <a:t>How much is it?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6868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F8B"/>
                </a:solidFill>
              </a:rPr>
              <a:t>Bring one answer to next class.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Café Role-play - Day 6</dc:title>
  <dc:subject>Café Role-play - Day 6 - Speaking &amp; Listening</dc:subject>
  <dc:creator>OpenAI</dc:creator>
  <cp:lastModifiedBy>OpenAI</cp:lastModifiedBy>
  <cp:revision>1</cp:revision>
  <dcterms:created xsi:type="dcterms:W3CDTF">2026-07-05T07:06:56Z</dcterms:created>
  <dcterms:modified xsi:type="dcterms:W3CDTF">2026-07-05T07:06:56Z</dcterms:modified>
</cp:coreProperties>
</file>