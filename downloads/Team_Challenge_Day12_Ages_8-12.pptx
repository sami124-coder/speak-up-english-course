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Say: Today we will practice teamwork in English. We will ask, plan, help, and celebrate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repeat the mission. Use gestures: hands together for teamwork, finger to head for plan, thumbs up for encouragement.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 Say: We will warm up, learn team words, solve a challenge, and present our team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picture. Model with one student. Students stand in a circle and pass an imaginary ball while saying one team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2 or 3 students as a model, then students ask partners. Collect team strengths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each word with an action. Leader = point gently, listener = ear hand, builder = hands together, reporter = microphone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language, not winning. Model: We need cups. Let’s build. Can you hold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reads sentences in random order. Students do the action. Round 2 is faster. Round 3: a student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call and response. Teach stress: LET’S, IDEA, HELP,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 word and build a sentence. Strong students can add because: Let’s plan because we need an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1. Read twice. First time: students only listen. Second time: students raise their hand when they hear the key phrases. Teacher: Team Blue, here is your secret mission. You must build a bridge. Alex: What should we do? Mina: I have an idea. Let’s use paper. Omar: Can you help me? Lily: Yes. We can try again. Teacher: Good teamwork!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with fingers. Then say full answers: They build a bridge. Mina has an idea. Omar asks for help. They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team action cards. Student A says a role. Student B asks a question. Student C gives an idea. Student D cheers. Then rotate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with one confident student. Then students repeat line by line. Finally teams act it with different actions: build, draw, plan,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each team one challenge. Give 3 minutes to plan and 8 minutes to try. Praise clear English and teamwork, not only the tallest tower.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rules before students start. Ask for examples of kind teamwork.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team role cards. Rotate roles after one round so more students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four friends and record short answers. For low-level students, allow drawing in the table. Strong students write full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2. Read twice. Ben: I am the builder. I can use the cups. Sara: I am the planner. I have an idea. Kim: I am the checker. We need more tape. Omar: I am the reporter. We are ready. Answers: Ben-builder-cups; Sara-planner-idea; Kim-checker-tape; Omar-reporter-ready.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2-4 teams. Keep it light and positive. Award bonus points for students who help shy classmates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first challenge. Teams talk for one minute, then improve their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speaking task. Let students present in teams. Every student says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repeat the class chant. Ask students to show thumbs up if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self-assess. Ask students to choose one team sentence they can say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say one thing before leaving. Keep it positive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teacher-only slide. Identify who can speak, who can cooperate, and who needs more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Give one role card to each student. Students must use the sentence on the card during the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Students match an action card with a role card to make a full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optional homework. Students ask a family member or friend three questions and bring one answer. Keep homework oral, not writing-heavy.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658368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22A6A7"/>
          </a:solidFill>
          <a:ln w="12700">
            <a:solidFill>
              <a:srgbClr val="22A6A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58368" y="7406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12 · 90 MINUTES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Challenge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76656" y="2267712"/>
            <a:ext cx="5394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808A"/>
                </a:solidFill>
              </a:rPr>
              <a:t>Work together, solve problems, and speak English with your team.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2461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96112" y="3410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9888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work...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89888" y="38404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“Let’s help.”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32461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85032" y="3410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178808" y="3410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plan...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78808" y="38404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“We need an idea.”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46177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6112" y="4782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🏁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389888" y="4782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try...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89888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“Our team is ready.”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20440" y="46177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685032" y="4782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178808" y="4782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can cheer...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78808" y="5212080"/>
            <a:ext cx="1691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“Good job!”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75704" y="804672"/>
            <a:ext cx="4919472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24" name="Image 0" descr="/mnt/data/a_bright_detailed_3d_cgi_style_scene_in_a_classro_batch_3.png">    </p:cNvPr>
          <p:cNvPicPr>
            <a:picLocks noChangeAspect="1"/>
          </p:cNvPicPr>
          <p:nvPr/>
        </p:nvPicPr>
        <p:blipFill>
          <a:blip r:embed="rId1"/>
          <a:srcRect l="63" r="63" t="0" b="0"/>
          <a:stretch/>
        </p:blipFill>
        <p:spPr>
          <a:xfrm>
            <a:off x="6812280" y="841248"/>
            <a:ext cx="4846320" cy="363931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learn to plan, listen, and solve a team challenge in English.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3232" y="141732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By the end of class, I can help my team finish a challenge.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863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509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447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Listen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447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listen to my team.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95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941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1879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Speak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879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say my idea clearly.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727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373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311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Ask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311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ask: What should we do?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15984" y="196596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180576" y="2130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674352" y="213055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Help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674352" y="2560320"/>
            <a:ext cx="14447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can say: Let me help you.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9808" y="3840480"/>
            <a:ext cx="10625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60120" y="40507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95A"/>
                </a:solidFill>
              </a:rPr>
              <a:t>Class promise: We try. We listen. We share. We cheer.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4828032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808A"/>
                </a:solidFill>
              </a:rPr>
              <a:t>A good team is not always the fastest team. A good team helps every student speak.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90-Minute Class 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Use this slide to tell students what will happen today.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601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0-10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Team Warm-up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move + greet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176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83464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10-25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4320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Team Words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roles + 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2628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E8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091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25-40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772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Listen &amp; Plan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772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hear the mission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5836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40-60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9224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Build Challenge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solve with your team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27532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FCEA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4582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60-75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6676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Speak &amp; Survey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6676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ask friends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149840" y="1901952"/>
            <a:ext cx="1481328" cy="2542032"/>
          </a:xfrm>
          <a:prstGeom prst="roundRect">
            <a:avLst>
              <a:gd name="adj" fmla="val 4938"/>
            </a:avLst>
          </a:prstGeom>
          <a:solidFill>
            <a:srgbClr val="EAF7D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3327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75-90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241280" y="2816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Show &amp; Reflect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1280" y="35295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mini talk + exit ticket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0120" y="5029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Teacher tip: Students should use “Let’s…” many times today.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Warm-up: Pass the Energy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Start speaking in the first 5 minutes.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61872"/>
            <a:ext cx="4782312" cy="3602736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a_bright_cheerful_3d_cgi_cartoon_like_classroom_batch_2.png">    </p:cNvPr>
          <p:cNvPicPr>
            <a:picLocks noChangeAspect="1"/>
          </p:cNvPicPr>
          <p:nvPr/>
        </p:nvPicPr>
        <p:blipFill>
          <a:blip r:embed="rId1"/>
          <a:srcRect l="0" r="0" t="32" b="32"/>
          <a:stretch/>
        </p:blipFill>
        <p:spPr>
          <a:xfrm>
            <a:off x="749808" y="1298448"/>
            <a:ext cx="4709160" cy="35295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" y="5010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New picture prompt: cooperative ball circle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0" y="1444752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108192" y="16093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🧑‍🏫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01968" y="16093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Teacher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01968" y="2039112"/>
            <a:ext cx="416052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What makes a good team?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43600" y="2514600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108192" y="2679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🧒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01968" y="26791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Student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3108960"/>
            <a:ext cx="416052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 good team listens / shares / helps.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0" y="3584448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108192" y="3749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01968" y="37490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Action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01968" y="4178808"/>
            <a:ext cx="416052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Pass the ball and say one team word.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016752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Challenge: no one is out. The team wins when everyone speaks.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Wants to Know Your Team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Ask slowly. Students can answer with one word or a full sentence.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328" y="1581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work together?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01168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Yes, we can.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7395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67728" y="15819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Do you have an idea?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67728" y="201168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Yes. Let’s build a tower.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" y="265176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87552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81328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listen first?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81328" y="324612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Yes. I can listen.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265176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73952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67728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ask for help?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67728" y="324612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Can you help me, please?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" y="388620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7552" y="40507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81328" y="40507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cheer a friend?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81328" y="448056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Good job! Try again!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309360" y="388620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473952" y="40507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967728" y="40507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solve a problem?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67728" y="4480560"/>
            <a:ext cx="3886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Maybe. Let’s try.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Useful Team Words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Use faces, gestures, and quick repetition.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817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leader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817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helps the team start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3872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0332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9709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listener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9709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hears each idea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2764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8601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builder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8601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uses the materials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8116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7493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reporter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7493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speaks for the team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0817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idea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0817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 plan in your head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3872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70332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9709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problem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9709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something to solve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2764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49224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8601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finish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the task is done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11656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28116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👏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77493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cheer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7493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kind words for a friend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4400" y="54132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Mini-drill: Teacher says the word -&gt; students do the action.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Useful Challenge Actions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learn simple action words for team tasks.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817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speak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817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Say your idea.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3872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0332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9709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listen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9709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Hear your team.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2764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🤲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8601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8601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Give materials.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15179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81160" y="1682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74936" y="16824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plan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74936" y="21122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Choose steps.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0817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build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0817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Make something.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3872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70332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9709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check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9709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Look carefully.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2764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49224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8601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try again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Do it one more time.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116568" y="3346704"/>
            <a:ext cx="2267712" cy="1252728"/>
          </a:xfrm>
          <a:prstGeom prst="roundRect">
            <a:avLst>
              <a:gd name="adj" fmla="val 438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281160" y="3511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🎉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774936" y="35112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celebrate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74936" y="3941064"/>
            <a:ext cx="144475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Say good job.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51560" y="54132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95A"/>
                </a:solidFill>
              </a:rPr>
              <a:t>Say: “Let’s ____.” or “Can you ____?”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 &amp; Move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When you hear the sentence, do the action.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328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Work together.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stand shoulder to shoulder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55448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1655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10328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Listen first.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10328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hand to ear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0" y="155448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84555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39328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have an idea.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39328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point to head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1089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8755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81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Let’s build.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81328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pretend to build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51960" y="31089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41655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910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Try again.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0328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circle hands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80960" y="31089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84555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👏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339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Good job!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39328" y="370332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clap three times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0120" y="5257800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Challenge: Can your team do all six actions without using your first language?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Challenge Phrases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These phrases help students speak longer.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81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Let’s _____.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224028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Make a suggestion.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16552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10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have an idea.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10328" y="224028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Share a plan.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0" y="16459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845552" y="18105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39328" y="18105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What should we do?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39328" y="224028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Ask the team.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20040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87552" y="3364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8132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help me?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81328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Ask for help.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51960" y="320040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416552" y="3364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491032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We are ready.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0328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Tell the teacher.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80960" y="320040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845552" y="33649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33932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Good job!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39328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Cheer a friend.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41248" y="5321808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Repeat with rhythm: LET’S build. I HAVE an idea. CAN you help me?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Sentence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practice three useful patterns.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13350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Let’s + action.     I can + action.     We need + noun.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0120" y="18745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6128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Actions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615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listen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29352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share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3255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plan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3575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build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3895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check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try again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745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86460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Team words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74920" y="2615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leader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29352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listener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3255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builder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3575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reporter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74920" y="3895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idea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problem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66760" y="1874520"/>
            <a:ext cx="2971800" cy="2971800"/>
          </a:xfrm>
          <a:prstGeom prst="roundRect">
            <a:avLst>
              <a:gd name="adj" fmla="val 184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56792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Helpful words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778240" y="2615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please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78240" y="29352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thank you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778240" y="3255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good job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778240" y="35753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try again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78240" y="3895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my turn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78240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95A"/>
                </a:solidFill>
              </a:rPr>
              <a:t>your turn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" y="52578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Partner practice: Choose 2 actions, 2 team words, and 2 helpful words.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1: The Secret Mission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Teacher reads. Students listen for team words and actions.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61872"/>
            <a:ext cx="5285232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wide_bright_3d_cgi_illustration_of_a_classroom_sc_batch_5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749808" y="1298448"/>
            <a:ext cx="5212080" cy="29352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" y="4407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New picture prompt: teacher gives a challenge envelope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0" y="1280160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565392" y="14447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📨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059168" y="1444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Here is your mission.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59168" y="1874520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2" name="Shape 8"/>
          <p:cNvSpPr/>
          <p:nvPr/>
        </p:nvSpPr>
        <p:spPr>
          <a:xfrm>
            <a:off x="6400800" y="2029968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565392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059168" y="2194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What should we do?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59168" y="2624328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Shape 12"/>
          <p:cNvSpPr/>
          <p:nvPr/>
        </p:nvSpPr>
        <p:spPr>
          <a:xfrm>
            <a:off x="6400800" y="2779776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65392" y="29443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059168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I have an idea.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059168" y="3374136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Shape 16"/>
          <p:cNvSpPr/>
          <p:nvPr/>
        </p:nvSpPr>
        <p:spPr>
          <a:xfrm>
            <a:off x="6400800" y="3529584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565392" y="3694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059168" y="3694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Can you help me?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059168" y="4123944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4" name="Shape 20"/>
          <p:cNvSpPr/>
          <p:nvPr/>
        </p:nvSpPr>
        <p:spPr>
          <a:xfrm>
            <a:off x="6400800" y="4279392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565392" y="4443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059168" y="44439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Let’s try again.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059168" y="4873752"/>
            <a:ext cx="3520440" cy="-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8" name="Text 24"/>
          <p:cNvSpPr/>
          <p:nvPr/>
        </p:nvSpPr>
        <p:spPr>
          <a:xfrm>
            <a:off x="6446520" y="51755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Script is in speaker notes for the teacher.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Check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answer with fingers: 1, 2, or 3.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" y="14813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33272" y="1645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27048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is the mission?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7048" y="20756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build a bridge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2 draw a cat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3 run fast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4813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36792" y="1645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30568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Who has an idea?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0568" y="20756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Alex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2 Mina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3 the teacher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3101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33272" y="34747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27048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does Omar ask?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27048" y="39044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Can you help me?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2 Are you hungry?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3 What is your name?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310128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36792" y="34747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0568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do they do?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30568" y="3904488"/>
            <a:ext cx="3840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1 stop forever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2 try again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3 go home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Fast correction: Say the full answer together.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Speaking Game: Team Captain Chain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build a helpful answer together.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601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7830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430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Pick a card.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leader / builder / reporter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033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FCEA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262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8862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Say your role.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862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am the _____.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465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694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294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Ask the team.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294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What should we do?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89720" y="1691640"/>
            <a:ext cx="2176272" cy="2514600"/>
          </a:xfrm>
          <a:prstGeom prst="roundRect">
            <a:avLst>
              <a:gd name="adj" fmla="val 3361"/>
            </a:avLst>
          </a:prstGeom>
          <a:solidFill>
            <a:srgbClr val="E8F4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012680" y="19659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A6A7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372600" y="276148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Give an idea.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72600" y="3429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Let’s _____.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0474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95A"/>
                </a:solidFill>
              </a:rPr>
              <a:t>Use English only. Use gestures if you forget a word!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Dialogue Model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practice a short, safe team conversation.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353312"/>
            <a:ext cx="1033272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3040" y="169164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Are we ready?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084832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B: Not yet. We need an idea.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478024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What should we do?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2871216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B: Let’s build a tall tower.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264408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Can you help me?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365760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B: Yes. I can hold the cups.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4050792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495A"/>
                </a:solidFill>
              </a:rPr>
              <a:t>A: Good job! Let’s try again.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525780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Practice 3 times: slow voice -&gt; normal voice -&gt; acting voice.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 Team Challenge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use English to plan and solve a problem.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" y="153619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33272" y="17007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27048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 1 · Tower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7048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Build the tallest paper-cup tower.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53619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36792" y="17007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🌉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30568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 2 · Bridge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0568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Make a bridge from paper.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09067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33272" y="3255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27048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 3 · Puzzle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27048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Solve the picture puzzle together.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090672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36792" y="3255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0568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Challenge 4 · Team Scene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30568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Act a 30-second team story.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95A"/>
                </a:solidFill>
              </a:rPr>
              <a:t>Performance rule: everyone speaks at least one line with “Let’s” or “Can you…?”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Rules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 safe, fair game for every team.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899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7276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Use the time.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7276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Plan first, then build.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1188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7647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7024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Use English first.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7024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One word + gesture is okay.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7395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6772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Share materials.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6772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No grabbing. Ask politely.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0684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7143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66520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Cheer your team.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6520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08A"/>
                </a:solidFill>
              </a:rPr>
              <a:t>Say good job and try again.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4800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6A7"/>
                </a:solidFill>
              </a:rPr>
              <a:t>Class chant: “Plan it. Try it. Fix it. Cheer!”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Roles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Every student has a job. Every job is important.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7782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Leader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asks the team to start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5351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11810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1188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Planner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188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chooses one idea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9379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35838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85216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Builder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5216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uses the materials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3407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59866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9244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Checker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looks for problems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4352" y="1664208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38944" y="1828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33272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Reporter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332720" y="2258568"/>
            <a:ext cx="105156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shares the result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14400" y="48280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Role language: “I am the ____.” “My job is to ____.”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Mingle Survey: Find Teammates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ask, answer, and remember team strengths.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98448"/>
            <a:ext cx="5193792" cy="2953512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a_bright_colorful_3d_cgi_illustration_of_a_lively_batch_7.pn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749808" y="1335024"/>
            <a:ext cx="5120640" cy="2880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23620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Name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740664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7064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Team role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64108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70508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Good at...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87552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93952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Can help?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7220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40664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64108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87552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17220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40664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64108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987552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17220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40664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64108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87552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17220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40664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64108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87552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914400" y="51663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808A"/>
                </a:solidFill>
              </a:rPr>
              <a:t>Ask: “What is your role?” -&gt; “What are you good at?” -&gt; “Can you help our team?”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Listening 2: The Team Club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listen for roles, strengths, and team needs.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0664" y="1316736"/>
            <a:ext cx="5285232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a_brightly_lit_cheerful_classroom_scene_rendered_batch_1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777240" y="1353312"/>
            <a:ext cx="5212080" cy="29352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4652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Name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749808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54380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Role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59536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64108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Can do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692640" y="1417320"/>
            <a:ext cx="960120" cy="502920"/>
          </a:xfrm>
          <a:prstGeom prst="roundRect">
            <a:avLst>
              <a:gd name="adj" fmla="val 5455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738360" y="15910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495A"/>
                </a:solidFill>
              </a:rPr>
              <a:t>Team needs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40080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49808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59536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692640" y="199339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40080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49808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59536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9692640" y="254203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40080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49808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59536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692640" y="309067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40080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49808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59536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692640" y="3639312"/>
            <a:ext cx="960120" cy="393192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217920" y="4709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Listen twice. First: just listen. Second: fill the table.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Challenge: Tower Sprint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 fast review game before the final speaking task.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316736"/>
            <a:ext cx="4919472" cy="37124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a_bright_detailed_3d_cgi_style_scene_in_a_classro_batch_3.png">    </p:cNvPr>
          <p:cNvPicPr>
            <a:picLocks noChangeAspect="1"/>
          </p:cNvPicPr>
          <p:nvPr/>
        </p:nvPicPr>
        <p:blipFill>
          <a:blip r:embed="rId1"/>
          <a:srcRect l="63" r="63" t="0" b="0"/>
          <a:stretch/>
        </p:blipFill>
        <p:spPr>
          <a:xfrm>
            <a:off x="749808" y="1353312"/>
            <a:ext cx="4846320" cy="36393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80760" y="1417320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24535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739128" y="1581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Round 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739128" y="2011680"/>
            <a:ext cx="40233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Team says: “Let’s…”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80760" y="2496312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245352" y="26609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39128" y="2660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Round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739128" y="3090672"/>
            <a:ext cx="40233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Teacher says a problem. Team gives a plan.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3575304"/>
            <a:ext cx="4846320" cy="822960"/>
          </a:xfrm>
          <a:prstGeom prst="roundRect">
            <a:avLst>
              <a:gd name="adj" fmla="val 6667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245352" y="37398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739128" y="3739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Round 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739128" y="4169664"/>
            <a:ext cx="40233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One student asks. Another answers.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144768" y="4937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Scoring: 1 point for clear English · 1 point for a plan · 1 point for teamwork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Pause: What Worked?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Teams improve before the final try.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5087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8992" y="1673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72768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worked?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72768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Our tower was strong.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36792" y="1673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30568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can we fix?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0568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We need a bigger base.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31089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7899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7276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Who needs to speak?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72768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The reporter can explain.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36792" y="32735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0568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What will we try next?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30568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Let’s try again slowly.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1663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A6A7"/>
                </a:solidFill>
              </a:rPr>
              <a:t>Team talk sentence: “Next time, we should _____.”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Presentation: Our Team Plan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speak for 30-45 seconds as a team.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501384" y="1408176"/>
            <a:ext cx="4507992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a_bright_cheerful_3d_cgi_illustration_of_a_classr_batch_6.png">    </p:cNvPr>
          <p:cNvPicPr>
            <a:picLocks noChangeAspect="1"/>
          </p:cNvPicPr>
          <p:nvPr/>
        </p:nvPicPr>
        <p:blipFill>
          <a:blip r:embed="rId1"/>
          <a:srcRect l="34" r="34" t="0" b="0"/>
          <a:stretch/>
        </p:blipFill>
        <p:spPr>
          <a:xfrm>
            <a:off x="6537960" y="1444752"/>
            <a:ext cx="4434840" cy="33284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" y="1335024"/>
            <a:ext cx="530352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14300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Hello. We are Team _____.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3000" y="20391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Our challenge was _____.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43000" y="24505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Our plan was _____.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43000" y="28620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My role was _____.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43000" y="32735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We helped by _____.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3685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Next time, we should _____.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3000" y="4096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495A"/>
                </a:solidFill>
              </a:rPr>
              <a:t>Thank you.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60120" y="54132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808A"/>
                </a:solidFill>
              </a:rPr>
              <a:t>Look up · Speak clearly · Use “we” · Cheer your team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Team Class Rules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Create a safe classroom for challenges.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899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7276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Use English first.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7276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One word + gesture is okay.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1188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7647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7024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Be kind.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7024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We do not laugh at mistakes.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7395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6772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Listen carefully.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6772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Everyone gets a turn.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06840" y="173736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71432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66520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95A"/>
                </a:solidFill>
              </a:rPr>
              <a:t>Ask an adult.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65208" y="2331720"/>
            <a:ext cx="1417320" cy="1188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For real problems, tell the teacher.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6A7"/>
                </a:solidFill>
              </a:rPr>
              <a:t>Class chant: “Plan. Listen. Help. Celebrate.”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Speaking Passport: Day 12 Stamp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Self-check at the end.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686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Today I can...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686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332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270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work with a team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270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Let’s help.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118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7764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2702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share an idea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702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I have an idea.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5196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134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ask a question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134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What should we do?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98280" y="1920240"/>
            <a:ext cx="2240280" cy="1463040"/>
          </a:xfrm>
          <a:prstGeom prst="roundRect">
            <a:avLst>
              <a:gd name="adj" fmla="val 3750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262872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7566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finish a challenge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756648" y="2514600"/>
            <a:ext cx="1417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We are ready.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05840" y="4572000"/>
            <a:ext cx="100584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" y="4782312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Circle one:   🙂 I can do it     😐 I need practice     🙁 I need help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 quick closing routine.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155448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7043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64208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Say one team word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64208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leader / listener / builder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28232" y="17190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22008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Say one idea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22008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Let’s build a tower.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" y="297180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70432" y="3136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64208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Ask for help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64208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Can you help me, please?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297180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28232" y="31363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22008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Cheer a friend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22008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08A"/>
                </a:solidFill>
              </a:rPr>
              <a:t>Good job! Try again!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2120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08A"/>
                </a:solidFill>
              </a:rPr>
              <a:t>Teacher says goodbye using each team name when possible.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Quick Assessment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Use this to understand your students after the team challenge.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261872"/>
            <a:ext cx="5285232" cy="3008376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ED4C6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a_bright_cheerful_3d_cgi_illustration_of_a_classr_batch_4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749808" y="1298448"/>
            <a:ext cx="5212080" cy="29352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23620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Student name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740664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47064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Can say idea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864108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70508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Can ask help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9875520" y="1444752"/>
            <a:ext cx="1051560" cy="502920"/>
          </a:xfrm>
          <a:prstGeom prst="roundRect">
            <a:avLst>
              <a:gd name="adj" fmla="val 5455"/>
            </a:avLst>
          </a:prstGeom>
          <a:solidFill>
            <a:srgbClr val="DFF5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939528" y="1618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495A"/>
                </a:solidFill>
              </a:rPr>
              <a:t>Support needed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17220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40664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64108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875520" y="201168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17220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40664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64108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9875520" y="260604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17220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740664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64108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9875520" y="320040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17220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40664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864108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875520" y="3794760"/>
            <a:ext cx="1051560" cy="42062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914400" y="523036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After class, group students by confidence and teamwork language control.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Team Roles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Print this slide and cut into cards.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4183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3560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Leader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35608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start the team.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26280" y="14173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9087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18464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Listener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84648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listen first.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75320" y="14173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439912" y="1581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33688" y="1581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Builder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33688" y="20116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build carefully.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7240" y="30175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1832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35608" y="31821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Checker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35608" y="36118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check the work.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26280" y="30175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690872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184648" y="31821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Reporter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84648" y="36118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tell the class.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275320" y="3017520"/>
            <a:ext cx="3090672" cy="1188720"/>
          </a:xfrm>
          <a:prstGeom prst="roundRect">
            <a:avLst>
              <a:gd name="adj" fmla="val 4615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439912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🌟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933688" y="31821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Cheerleader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933688" y="3611880"/>
            <a:ext cx="22677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I can say good job.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4400" y="532180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Teacher idea: Give one card to each student. They ask, “What is your role?”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Printable Cards: Challenge Actions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Students pick a card and finish the sentence.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0817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Listen.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0817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Let’s ____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3872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0332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🤲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9709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Share.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9709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Let’s ____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2764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9224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8601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Plan.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8601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Let’s ____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116568" y="13258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28116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74936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Build.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74936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Let’s ____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980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AF7DF"/>
          </a:solidFill>
          <a:ln w="12700">
            <a:solidFill>
              <a:srgbClr val="EAF7D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0817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Check.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0817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Let’s ____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3872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70332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19709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Try again.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9709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Let’s ____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2764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49224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8601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What should we do?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8601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Answer with an idea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116568" y="315468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FCEAF1"/>
          </a:solidFill>
          <a:ln w="12700">
            <a:solidFill>
              <a:srgbClr val="FCEAF1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281160" y="3319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774936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495A"/>
                </a:solidFill>
              </a:rPr>
              <a:t>Can you help me?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774936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808A"/>
                </a:solidFill>
              </a:rPr>
              <a:t>Answer: Yes, I can.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4400" y="53492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08A"/>
                </a:solidFill>
              </a:rPr>
              <a:t>Extension: Students create one new challenge action card.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530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49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Practice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9784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08A"/>
                </a:solidFill>
              </a:rPr>
              <a:t>Ask someone at home 3 questions.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14173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95A"/>
                </a:solidFill>
              </a:rPr>
              <a:t>Use English with family or a friend.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143000" y="210312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307592" y="2267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0136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Question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01368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08A"/>
                </a:solidFill>
              </a:rPr>
              <a:t>What makes a good team?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210312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82312" y="2267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7608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Question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76088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08A"/>
                </a:solidFill>
              </a:rPr>
              <a:t>Do you have an idea?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10312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  <a:effectLst>
            <a:outerShdw sx="100000" sy="100000" kx="0" ky="0" algn="bl" rotWithShape="0" blurRad="12700" dist="50800" dir="2700000">
              <a:srgbClr val="D8D0C5">
                <a:alpha val="23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57032" y="2267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75080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95A"/>
                </a:solidFill>
              </a:rPr>
              <a:t>Question 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50808" y="2697480"/>
            <a:ext cx="19202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08A"/>
                </a:solidFill>
              </a:rPr>
              <a:t>Can you help me?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6A7"/>
                </a:solidFill>
              </a:rPr>
              <a:t>Bring one answer to next class.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66928" y="6345936"/>
            <a:ext cx="11064240" cy="0"/>
          </a:xfrm>
          <a:prstGeom prst="line">
            <a:avLst/>
          </a:prstGeom>
          <a:noFill/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66928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Challenge · Day 12 · Speaking &amp; Listening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503152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8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Challenge</dc:title>
  <dc:subject>Team Challenge lesson deck</dc:subject>
  <dc:creator>OpenAI</dc:creator>
  <cp:lastModifiedBy>OpenAI</cp:lastModifiedBy>
  <cp:revision>1</cp:revision>
  <dcterms:created xsi:type="dcterms:W3CDTF">2026-07-07T06:42:54Z</dcterms:created>
  <dcterms:modified xsi:type="dcterms:W3CDTF">2026-07-07T06:42:54Z</dcterms:modified>
</cp:coreProperties>
</file>