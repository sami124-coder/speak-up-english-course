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Say: Today we will practice teamwork in English. We will ask, plan, help, and celebrate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repeat the mission. Use gestures: hands together for teamwork, finger to head for plan, thumbs up for encouragement.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Say: We will warm up, learn team words, solve a challenge, and present our team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picture. Model with one student. Students stand in a circle and pass an imaginary ball while saying one team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2 or 3 students as a model, then students ask partners. Collect team strengths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each word with an action. Leader = point gently, listener = ear hand, builder = hands together, reporter = microphone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language, not winning. Model: We need cups. Let’s build. Can you hold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reads sentences in random order. Students do the action. Round 2 is faster. Round 3: a student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call and response. Teach stress: LET’S, IDEA, HELP,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word and build a sentence. Strong students can add because: Let’s plan because we need an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1. Read twice. First time: students only listen. Second time: students raise their hand when they hear the key phrases. Teacher: Team Blue, here is your secret mission. You must build a bridge. Alex: What should we do? Mina: I have an idea. Let’s use paper. Omar: Can you help me? Lily: Yes. We can try again. Teacher: Good teamwork!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with fingers. Then say full answers: They build a bridge. Mina has an idea. Omar asks for help. They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team action cards. Student A says a role. Student B asks a question. Student C gives an idea. Student D cheers. Then rotate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one confident student. Then students repeat line by line. Finally teams act it with different actions: build, draw, plan,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each team one challenge. Give 3 minutes to plan and 8 minutes to try. Praise clear English and teamwork, not only the tallest tower.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rules before students start. Ask for examples of kind teamwork.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team role cards. Rotate roles after one round so more students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four friends and record short answers. For low-level students, allow drawing in the table. Strong students write full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2. Read twice. Ben: I am the builder. I can use the cups. Sara: I am the planner. I have an idea. Kim: I am the checker. We need more tape. Omar: I am the reporter. We are ready. Answers: Ben-builder-cups; Sara-planner-idea; Kim-checker-tape; Omar-reporter-ready.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2-4 teams. Keep it light and positive. Award bonus points for students who help shy classmates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first challenge. Teams talk for one minute, then improve their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speaking task. Let students present in teams. Every student says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repeat the class chant. Ask students to show thumbs up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self-assess. Ask students to choose one team sentence they can say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say one thing before leaving. Keep it positive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teacher-only slide. Identify who can speak, who can cooperate, and who needs more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Give one role card to each student. Students must use the sentence on the card during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Students match an action card with a role card to make a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optional homework. Students ask a family member or friend three questions and bring one answer. Keep homework oral, not writing-heavy.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658368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22A6A7"/>
          </a:solidFill>
          <a:ln w="12700">
            <a:solidFill>
              <a:srgbClr val="22A6A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58368" y="7406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13 · 90 MINUTES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Debate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76656" y="2267712"/>
            <a:ext cx="5394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808A"/>
                </a:solidFill>
              </a:rPr>
              <a:t>Share opinions, listen kindly, and give simple reasons in English.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461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96112" y="3410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88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speak...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89888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“I think…”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32461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85032" y="3410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178808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listen...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78808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“I hear you.”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4617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6112" y="4782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89888" y="4782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give a reason...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89888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“Because…”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20440" y="4617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685032" y="4782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178808" y="4782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respect...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78808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“Good point!”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75704" y="804672"/>
            <a:ext cx="4919472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pic>
        <p:nvPicPr>
          <p:cNvPr id="28" name="Picture 27" descr="crop_slide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841248"/>
            <a:ext cx="4846320" cy="363931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learn to share opinions, give reasons, listen, and respond in a mini debate.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3232" y="141732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By the end of class, I can say my opinion and one reason in English.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863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509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447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Opinion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447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say what I think.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95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941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1879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Reason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879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say why.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727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373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311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Listen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311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hear my friend first.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159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1805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6743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Respect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6743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disagree kindly.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9808" y="3840480"/>
            <a:ext cx="10625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60120" y="4050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Class promise: We think. We listen. We explain. We respect.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482803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808A"/>
                </a:solidFill>
              </a:rPr>
              <a:t>A good debate is not a fight. A good debate helps every student speak and listen.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90-Minute Class 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this slide to tell students what will happen today.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601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0-10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Debate Warm-up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move + choose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346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10-25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4320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Debate Words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agree + disagree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2628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E8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091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25-40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772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Listen &amp; Notice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772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hear opinions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836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40-60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9224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Mini Debate Prep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choose reasons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27532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CEA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4582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60-75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6676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Debate Circles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6676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ask + respond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14984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EAF7D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3327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75-90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24128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Show &amp; Reflect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mini debate + exit ticket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0120" y="5029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Teacher tip: Students should use “I think… because…” many times today.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Debate Warm-up: Agree or Disagree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Start speaking in the first 5 minutes.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4782312" cy="3602736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77824" y="5010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/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0" y="144475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108192" y="16093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🧑‍🏫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01968" y="16093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Teacher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01968" y="2039112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Which side do you choose?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43600" y="2514600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108192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🧒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01968" y="26791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Student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3108960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agree / I disagree.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3584448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108192" y="3749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01968" y="37490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Action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01968" y="4178808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Move to a side and say one reason.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016752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Challenge: no wrong answers. The class wins when everyone speaks kindly.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pic>
        <p:nvPicPr>
          <p:cNvPr id="24" name="Picture 23" descr="crop_slide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298448"/>
            <a:ext cx="4709160" cy="3529584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Wants to Know Your Opinion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Ask slowly. Students can answer with one word or a full sentence.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share your opinion?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01168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think yes.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739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67728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Do you have a reason?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67728" y="201168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Because it is fun.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26517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8755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81328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listen first?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81328" y="324612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Yes. I can listen.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26517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7395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67728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disagree kindly?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67728" y="324612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disagree, but I understand.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388620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7552" y="40507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81328" y="4050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ask a friend?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81328" y="448056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Why do you think that?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09360" y="388620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473952" y="40507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967728" y="4050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change your mind?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67728" y="448056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Maybe. I can think again.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Useful Debate Words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faces, gestures, and quick repetition.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opinion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what you think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agree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same idea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disagree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different idea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reason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why you think 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example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one real thing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because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starts a reason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maybe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not sure yet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respect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kind words for others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4400" y="54132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Mini-drill: Teacher says the word -&gt; students do the action.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Useful Debate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learn simple action words for mini debates.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☑️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choose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Pick a side.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think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Use quiet brain time.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Share your opinion.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explain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Give a reason.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listen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Hear your friend.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ask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Use why or what.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↩️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respond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Answer a friend.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🗳️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vote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Choose after listening.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51560" y="54132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Say: “I think ____.” or “I agree because ____.”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 &amp; Move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When you hear the sentence, do the action.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agree.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thumbs 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16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10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disagree.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10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thumbs down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45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39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think so.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39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point to head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87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81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Because...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81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link hands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51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416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910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explain?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0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question hands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80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845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👏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339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Good point!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39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clap three times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0120" y="5257800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Challenge: Can your team do all six actions without using your first language?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Debate Phrases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These phrases help students speak longer.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think _____.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 an opinion.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16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10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agree because _____.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10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Support a friend.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45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39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disagree because _____.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39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Give a different idea.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87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81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explain?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81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Ask for more.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51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416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910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Maybe, but _____.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0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Respond politely.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80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845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339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Good point!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39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Respect a friend.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1248" y="5321808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Repeat with rhythm: I THINK. BECAUSE. GOOD POINT.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Sentence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practice three useful patterns.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13350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I think + opinion.     I agree/disagree + because.     Can you + question?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012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6128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Opinions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dogs are best pets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pizza is best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homework helps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games are fun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books beat TV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uniforms are good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86460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Debate words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7492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agree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disagree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reason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example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492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because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maybe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6676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56792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Helpful words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7824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please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thank you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77824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good point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7824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my turn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7824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your turn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7824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I understand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" y="5257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Partner practice: Choose 2 opinions, 2 debate words, and 2 helpful words.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1: The Mini Debate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Teacher reads. Students listen for opinions and reasons.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77824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/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0" y="128016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65392" y="14447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059168" y="1444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Here is the question.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59168" y="1874520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Shape 8"/>
          <p:cNvSpPr/>
          <p:nvPr/>
        </p:nvSpPr>
        <p:spPr>
          <a:xfrm>
            <a:off x="6400800" y="2029968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565392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059168" y="2194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think dogs are better pets.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59168" y="2624328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Shape 12"/>
          <p:cNvSpPr/>
          <p:nvPr/>
        </p:nvSpPr>
        <p:spPr>
          <a:xfrm>
            <a:off x="6400800" y="2779776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65392" y="29443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059168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agree because dogs can play.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059168" y="3374136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Shape 16"/>
          <p:cNvSpPr/>
          <p:nvPr/>
        </p:nvSpPr>
        <p:spPr>
          <a:xfrm>
            <a:off x="6400800" y="3529584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565392" y="3694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059168" y="3694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disagree because cats are quiet.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059168" y="4123944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4" name="Shape 20"/>
          <p:cNvSpPr/>
          <p:nvPr/>
        </p:nvSpPr>
        <p:spPr>
          <a:xfrm>
            <a:off x="6400800" y="4279392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565392" y="4443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059168" y="4443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Good point.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059168" y="4873752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8" name="Text 24"/>
          <p:cNvSpPr/>
          <p:nvPr/>
        </p:nvSpPr>
        <p:spPr>
          <a:xfrm>
            <a:off x="6446520" y="51755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Script is in speaker notes for the teacher.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pic>
        <p:nvPicPr>
          <p:cNvPr id="32" name="Picture 31" descr="crop_slide_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298448"/>
            <a:ext cx="5212080" cy="2935224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Check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answer with fingers: 1, 2, or 3.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" y="14813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33272" y="1645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2704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is the question?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20756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best pet
2 best color
3 fastest animal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4813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645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Who agrees with dogs?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0756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Leo
2 Maya
3 the teacher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3101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33272" y="34747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27048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Why does Leo like dogs?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7048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they play
2 they fly
3 they are purple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3101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4747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does Maya say?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cats are quiet
2 cats are loud
3 cats are big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/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Fast correction: Say the full answer together.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Game: Opinion Chain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build a debate answer together.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601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7830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430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Pick a card.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pet / food / school / game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033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FCEA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262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8862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Say your opinion.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862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think _____.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465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694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294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Give a reason.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294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Because _____.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897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E8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0126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3726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Ask a friend.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726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What do you think?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0474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Use English only. Use gestures if you forget a word!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Dialogue Model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practice a short, safe debate conversation.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353312"/>
            <a:ext cx="1033272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3040" y="169164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What do you think?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08483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I think recess should be longer.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478024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Why?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2871216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Because we can play and rest.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264408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I agree because exercise is good.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365760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Good point! Do you have another reason?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405079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Yes. We can make friends.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5257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Practice 3 times: slow voice -&gt; normal voice -&gt; acting voice.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Debate Topic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use English to choose, prepare, and debate.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" y="153619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33272" y="17007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🐶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27048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Topic 1 · Pets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Dogs are the best pets.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3619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7007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Topic 2 · School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Homework is helpful.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09067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33272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2704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Topic 3 · Food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704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Fruit is better than candy.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09067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Topic 4 · Free Time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Books are better than TV.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Performance rule: everyone speaks at least one line with “I think” or “because.”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Debate Rules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safe, fair mini debate for every team.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Use the time.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7276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Think first, then speak.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7647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702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Use English first.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7024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One word + gesture is okay.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7395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677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Be kind.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6772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No laughing at ideas.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0684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7143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66520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Give a reason.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6520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Say because.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Class chant: “Think it. Say it. Explain it. Respect it!”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Debate Roles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Every student has a job. Every job is important.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7782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Moderator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asks the question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5351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11810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🅰️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1188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Speaker 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shares one opinion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9379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35838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🅱️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85216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Speaker 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5216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shares a different opinion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3407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59866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9244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Reason Keeper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listens for because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435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3894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33272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Reporter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33272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shares the result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4400" y="48280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Role language: “I am the ____.” “My job is to ____.”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Mingle Survey: Find Opinions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ask, answer, and remember friends’ ideas.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98448"/>
            <a:ext cx="5193792" cy="2953512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17220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3620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Name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740664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7064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Topic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64108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70508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Opinion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87552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93952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Reason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7220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0664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64108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87552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17220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0664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64108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87552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17220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0664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64108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87552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17220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0664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64108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87552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914400" y="51663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08A"/>
                </a:solidFill>
              </a:rPr>
              <a:t>Ask: “What do you think?” -&gt; “Why?” -&gt; “Do you agree or disagree?”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pic>
        <p:nvPicPr>
          <p:cNvPr id="35" name="Picture 34" descr="crop_slide_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335024"/>
            <a:ext cx="5120640" cy="288036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2: The Debate Club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listen for opinions, reasons, and responses.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0664" y="1316736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40080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4652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Name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749808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54380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Opinion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59536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4108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Reason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69264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3836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Agree/Disagree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40080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9808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59536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69264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40080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9808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59536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69264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40080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9808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59536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69264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40080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9808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59536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69264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217920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Listen twice. First: just listen. Second: fill the table.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pic>
        <p:nvPicPr>
          <p:cNvPr id="35" name="Picture 34" descr="crop_slide_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3312"/>
            <a:ext cx="5212080" cy="2935224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Debate: Topic Sprint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fast review game before the final speaking task.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316736"/>
            <a:ext cx="4919472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80760" y="141732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453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739128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39128" y="2011680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Team says: “I think…”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80760" y="2496312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245352" y="2660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39128" y="2660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739128" y="3090672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Teacher says a topic. Team gives a reason.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3575304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245352" y="3739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739128" y="3739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739128" y="4169664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One student agrees. Another disagrees.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144768" y="4937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Scoring: 1 point for clear English · 1 point for a reason · 1 point for respect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pic>
        <p:nvPicPr>
          <p:cNvPr id="23" name="Picture 22" descr="crop_slide_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353312"/>
            <a:ext cx="4846320" cy="363931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Pause: What Worked?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Teams improve before the final try.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5087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673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worked?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72768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used because.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673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can we fix?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need louder voices.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31089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7899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7276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Who needs to speak?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72768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Everyone needs one turn.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will we ask next?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Let’s ask why.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1663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Team talk sentence: “Next time, we should _____.”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Presentation: Our Debate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speak for 30-45 seconds as a team.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501384" y="1408176"/>
            <a:ext cx="450799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841248" y="1335024"/>
            <a:ext cx="5303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14300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Hello. We are Team _____.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3000" y="20391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Our topic was _____.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430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Our opinion was _____.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43000" y="2862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One reason was _____.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43000" y="32735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We listened to _____.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3685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Next time, we should _____.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3000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Thank you.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60120" y="54132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08A"/>
                </a:solidFill>
              </a:rPr>
              <a:t>Look up · Speak clearly · Use “because” · Respect your team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pic>
        <p:nvPicPr>
          <p:cNvPr id="19" name="Picture 18" descr="crop_slide_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44752"/>
            <a:ext cx="4434840" cy="3328416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Debate Class Rules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Create a safe classroom for mini debates.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Use English first.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7276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One word + gesture is okay.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1188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7647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702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Be kind.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7024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do not laugh at ideas.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7395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677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Listen carefully.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6772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Everyone gets a turn.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0684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7143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66520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Ask an adult.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6520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For real problems, tell the teacher.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Class chant: “Listen. Think. Reason. Respect.”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Passport: Day 13 Stamp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Self-check at the end.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686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Today I can...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686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332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270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share an opinion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270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think...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118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7764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702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give a reason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702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because...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5196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134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ask a question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134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Why do you think that?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982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2628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7566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respect a friend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7566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Good point.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05840" y="4572000"/>
            <a:ext cx="10058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" y="478231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Circle one:   🙂 I can do it     😐 I need practice     🙁 I need help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quick closing routine.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15544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7043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64208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Say one debate word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64208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opinion / reason / agree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2823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22008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Say one opinion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22008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think dogs are fun.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297180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70432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64208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Give one reason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64208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Because they can play.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297180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28232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22008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Cheer a friend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22008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Good point! Thank you.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2120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Teacher says goodbye using each team name when possible.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Quick Assessment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this to understand your students after the mini debate.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17220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3620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Student name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740664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7064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Can say opinion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864108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70508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Can give reason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987552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93952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Support needed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17220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0664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64108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87552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17220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0664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64108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87552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17220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0664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64108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87552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17220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0664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64108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87552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914400" y="523036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After class, group students by confidence and debate language control.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pic>
        <p:nvPicPr>
          <p:cNvPr id="35" name="Picture 34" descr="crop_slide_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298448"/>
            <a:ext cx="5212080" cy="2935224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Debate Roles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Print this slide and cut into cards.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4183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3560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Moderator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3560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ask the question.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2628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9087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🅰️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8464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Speaker 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8464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give my opinion.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7532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43991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🅱️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3368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Speaker 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3368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give another opinion.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724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183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3560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Reason Keeper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3560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listen for because.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2628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69087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18464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Reporter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8464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tell the class.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27532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43991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93368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Kind Listener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93368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say good point.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Teacher idea: Give one card to each student. They ask, “What is your role?”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Debate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pick a card and finish the sentence.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I think...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because ____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I agree...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because ____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I disagree...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because ____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Because...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finish the reason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Can you explain?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Ask for more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Good point!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Thank a friend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What do you think?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Answer with an opinion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Why?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Answer: Because ____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4400" y="53492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Extension: Students create one new debate action card.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Practice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Ask someone at home 3 questions.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14173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Use English with family or a friend.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14300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30759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🐶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0136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0136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What do you think about pets?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8231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7608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7608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Do you agree or disagree?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5703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75080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5080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Can you give one reason?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Bring one answer to next class.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Debate · Day 13 · Speaking &amp; Listening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Challenge</dc:title>
  <dc:subject>Team Challenge lesson deck</dc:subject>
  <dc:creator>OpenAI</dc:creator>
  <cp:lastModifiedBy>OpenAI</cp:lastModifiedBy>
  <cp:revision>1</cp:revision>
  <dcterms:created xsi:type="dcterms:W3CDTF">2026-07-07T06:42:54Z</dcterms:created>
  <dcterms:modified xsi:type="dcterms:W3CDTF">2026-07-07T06:42:54Z</dcterms:modified>
</cp:coreProperties>
</file>